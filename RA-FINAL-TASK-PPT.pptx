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342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Health Insurance Costs &amp; Financial Planning Risk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093808"/>
            <a:ext cx="8229600" cy="3598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A Data-Driven Framework with Syracuse Implications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Syracuse City Officials &amp; Community Members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2480" y="1882984"/>
            <a:ext cx="7538720" cy="45719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307" y="-732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What Question Did We Answer?</a:t>
            </a:r>
            <a:endParaRPr lang="en-US" sz="2200" dirty="0">
              <a:latin typeface="Arial" panose="020B0604020202020204" pitchFamily="34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6080" y="99397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Research Question: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99813" y="1529919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D2D2D"/>
                </a:solidFill>
                <a:ea typeface="Arial" pitchFamily="34" charset="-122"/>
                <a:cs typeface="Arial" pitchFamily="34" charset="-120"/>
              </a:rPr>
              <a:t>"What are the dominant drivers of health insurance costs, and how can these insights inform community financial planning?"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6080" y="2490039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Syracuse Should Care: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6080" y="2942158"/>
            <a:ext cx="7315200" cy="1644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Households face rising, unpredictable insurance costs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Impacts financial stability for working families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Syracuse demographics amplify insurance risk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Local nonprofits need data-driven education tools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City policy can address affordability gaps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3569546"/>
            <a:ext cx="8229600" cy="10972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" name="Text 0"/>
          <p:cNvSpPr/>
          <p:nvPr/>
        </p:nvSpPr>
        <p:spPr>
          <a:xfrm>
            <a:off x="355600" y="-47413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Syracuse Reality Check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392175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National insurance patterns → Syracuse action opportunities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16373" y="1131147"/>
            <a:ext cx="7315200" cy="1943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Median household income: ~$45,000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Aging population increases cost exposure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Family households face compounded risk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Financial literacy gaps make planning harder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Limited access to preventive care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89" y="-60957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Data Sources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13360" y="385402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age | sex | BMI | children | smoker | region | charges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10826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✅ 1,338 real insurance records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✅ Age, BMI, smoker, family size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✅ Clean, validated benchmark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✅ National scope for reliability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85360" y="1110826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📍 Demographic patterns only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📍 NO predictive merging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📍 Interpretation framework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📍 Community relevance check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2" y="-9143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Methods Applied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Technical but accessible: No black box predictions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Ethical: Clear national vs. local separation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97283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D2D2D"/>
                </a:solidFill>
              </a:rPr>
              <a:t>Exploratory Data Analysis → pandas, seaborn visualizations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D2D2D"/>
                </a:solidFill>
              </a:rPr>
              <a:t>Statistical modeling → Linear regression + feature importance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D2D2D"/>
                </a:solidFill>
              </a:rPr>
              <a:t>LLM-assisted interpretation → Validated narratives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D2D2D"/>
                </a:solidFill>
              </a:rPr>
              <a:t>interactive dashboard → Community-friendly insights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1503680" y="3871792"/>
            <a:ext cx="6136640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-69421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Top Insurance Cost Drivers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7014" y="96774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Verdana" panose="020B0604030504040204" pitchFamily="34" charset="0"/>
                <a:cs typeface="Arial" pitchFamily="34" charset="-120"/>
              </a:rPr>
              <a:t>TOP 4 DRIVERS (Ranked by Impact):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9079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1. SMOKING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983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+$12,000 annually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69079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200" b="1" dirty="0">
                <a:latin typeface="Arial" pitchFamily="34" charset="0"/>
                <a:cs typeface="Arial" pitchFamily="34" charset="-120"/>
              </a:rPr>
              <a:t>AGE</a:t>
            </a:r>
          </a:p>
        </p:txBody>
      </p:sp>
      <p:sp>
        <p:nvSpPr>
          <p:cNvPr id="7" name="Text 5"/>
          <p:cNvSpPr/>
          <p:nvPr/>
        </p:nvSpPr>
        <p:spPr>
          <a:xfrm>
            <a:off x="5029200" y="1953263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Doubles every 20 years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180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3. BMI (Obesity)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88821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+$3,000+ annually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5992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CHILDREN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6611" y="2900667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Each child +15%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7509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 dominates all other factors combined!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396240" y="3963247"/>
            <a:ext cx="8229600" cy="67775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" name="Text 0"/>
          <p:cNvSpPr/>
          <p:nvPr/>
        </p:nvSpPr>
        <p:spPr>
          <a:xfrm>
            <a:off x="321733" y="-94827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Key Statistics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58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Numbers for Syracuse: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6987" y="154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SMOKERS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6987" y="1855043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$23,615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6987" y="2092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+mj-lt"/>
                <a:ea typeface="Arial" pitchFamily="34" charset="-122"/>
                <a:cs typeface="Arial" pitchFamily="34" charset="-120"/>
              </a:rPr>
              <a:t>avg annual cost</a:t>
            </a:r>
            <a:endParaRPr lang="en-US" sz="12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06992" y="154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NON-SMOKERS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06992" y="1855043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$8,434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6992" y="20870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+mj-lt"/>
                <a:ea typeface="Arial" pitchFamily="34" charset="-122"/>
                <a:cs typeface="Arial" pitchFamily="34" charset="-120"/>
              </a:rPr>
              <a:t>avg annual cost</a:t>
            </a:r>
            <a:endParaRPr lang="en-US" sz="12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53387" y="15409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DIFFERENCE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3387" y="1853775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$15,181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3387" y="209719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+mj-lt"/>
                <a:ea typeface="Arial" pitchFamily="34" charset="-122"/>
                <a:cs typeface="Arial" pitchFamily="34" charset="-120"/>
              </a:rPr>
              <a:t>annual savings</a:t>
            </a:r>
            <a:endParaRPr lang="en-US" sz="12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73177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50+ costs 3x more than under 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1199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Obese BMI (30+) adds $3,000+ vs. normal weight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9363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 Insight: Local smoking cessation = massive community savings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77893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Actionable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5093" y="35179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$15,000+ ANNUAL SAVINGS PER PERSON WHO QUITS SMOKING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82507" y="1340697"/>
            <a:ext cx="7315200" cy="131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Community Programs: Target smoking cessation (highest ROI)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Financial Education: Age/BMI cost calculators for workshops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City Policy: Wellness incentives for municipal employees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Nonprofit Tools: Deploy dashboard for free planning sessions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71117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What We Couldn't Answer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-450426" y="363050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Reliable national patterns for education + planning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21546" y="914401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/>
              <a:t>NOT Syracuse-specific predictions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/>
              <a:t>No individual medical histories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/>
              <a:t>National data (not local insurance claims)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/>
              <a:t>Static snapshot (no time trends)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/>
              <a:t>Limited to basic demographic factors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57200" y="3684688"/>
            <a:ext cx="7982373" cy="616373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-8127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Extension Opportunities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975191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Model: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81339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+ University + Nonprofits = Winning Partnership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00017"/>
            <a:ext cx="7315200" cy="1742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Local Claims Data: Partner with major insurers for real Syracuse data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Longitudinal Study: Track insurance costs over 3-5 years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Intervention Testing: Measure wellness program ROI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City Dashboard: Live tool for residents + officials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11759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SUMMARY &amp; CALL TO 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314452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Thank You!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79307" y="1147236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View full dashboard: github.com/mohsinpotrick/Task_09_Project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Contact for workshop deployment with local nonprofits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Partner for local data expansion and validation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524</Words>
  <Application>Microsoft Office PowerPoint</Application>
  <PresentationFormat>On-screen Show (16:9)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Insurance Costs &amp; Financial Planning Risk: Insights for Syracuse</dc:title>
  <dc:subject>Data-driven analysis of health insurance cost drivers with Syracuse community implications</dc:subject>
  <dc:creator>Mohsin Potrick - Task 09 Project</dc:creator>
  <cp:lastModifiedBy>Mohsin Potrick</cp:lastModifiedBy>
  <cp:revision>2</cp:revision>
  <dcterms:created xsi:type="dcterms:W3CDTF">2026-03-16T02:43:26Z</dcterms:created>
  <dcterms:modified xsi:type="dcterms:W3CDTF">2026-04-01T03:17:51Z</dcterms:modified>
</cp:coreProperties>
</file>